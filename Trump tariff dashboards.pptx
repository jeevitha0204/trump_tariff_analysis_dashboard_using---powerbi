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910" r:id="rId1"/>
    <p:sldMasterId id="2147483923" r:id="rId2"/>
  </p:sldMasterIdLst>
  <p:notesMasterIdLst>
    <p:notesMasterId r:id="rId24"/>
  </p:notesMasterIdLst>
  <p:sldIdLst>
    <p:sldId id="276" r:id="rId3"/>
    <p:sldId id="300" r:id="rId4"/>
    <p:sldId id="301" r:id="rId5"/>
    <p:sldId id="302" r:id="rId6"/>
    <p:sldId id="283" r:id="rId7"/>
    <p:sldId id="284" r:id="rId8"/>
    <p:sldId id="285" r:id="rId9"/>
    <p:sldId id="286" r:id="rId10"/>
    <p:sldId id="287" r:id="rId11"/>
    <p:sldId id="288" r:id="rId12"/>
    <p:sldId id="289" r:id="rId13"/>
    <p:sldId id="290" r:id="rId14"/>
    <p:sldId id="291" r:id="rId15"/>
    <p:sldId id="292" r:id="rId16"/>
    <p:sldId id="293" r:id="rId17"/>
    <p:sldId id="294" r:id="rId18"/>
    <p:sldId id="295" r:id="rId19"/>
    <p:sldId id="296" r:id="rId20"/>
    <p:sldId id="297" r:id="rId21"/>
    <p:sldId id="298" r:id="rId22"/>
    <p:sldId id="299" r:id="rId23"/>
  </p:sldIdLst>
  <p:sldSz cx="12649200" cy="7315200"/>
  <p:notesSz cx="12649200" cy="7315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67" autoAdjust="0"/>
    <p:restoredTop sz="94660"/>
  </p:normalViewPr>
  <p:slideViewPr>
    <p:cSldViewPr>
      <p:cViewPr varScale="1">
        <p:scale>
          <a:sx n="73" d="100"/>
          <a:sy n="73" d="100"/>
        </p:scale>
        <p:origin x="888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481638" cy="366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7164388" y="0"/>
            <a:ext cx="5481637" cy="366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E60E43-F61C-4504-9034-E5A20A579C82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191000" y="914400"/>
            <a:ext cx="4267200" cy="24685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65238" y="3521075"/>
            <a:ext cx="10118725" cy="28797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948488"/>
            <a:ext cx="5481638" cy="366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7164388" y="6948488"/>
            <a:ext cx="5481637" cy="366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140D56-65D5-4001-A5C2-86D2588583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2119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7100" y="2196279"/>
            <a:ext cx="12653006" cy="1950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9475" y="2310789"/>
            <a:ext cx="11901749" cy="1855303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225" spc="156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81150" y="4262667"/>
            <a:ext cx="9486900" cy="1396539"/>
          </a:xfrm>
        </p:spPr>
        <p:txBody>
          <a:bodyPr>
            <a:normAutofit/>
          </a:bodyPr>
          <a:lstStyle>
            <a:lvl1pPr marL="0" indent="0" algn="ctr">
              <a:buNone/>
              <a:defRPr sz="2075"/>
            </a:lvl1pPr>
            <a:lvl2pPr marL="474345" indent="0" algn="ctr">
              <a:buNone/>
              <a:defRPr sz="2075"/>
            </a:lvl2pPr>
            <a:lvl3pPr marL="948690" indent="0" algn="ctr">
              <a:buNone/>
              <a:defRPr sz="2075"/>
            </a:lvl3pPr>
            <a:lvl4pPr marL="1423035" indent="0" algn="ctr">
              <a:buNone/>
              <a:defRPr sz="2075"/>
            </a:lvl4pPr>
            <a:lvl5pPr marL="1897380" indent="0" algn="ctr">
              <a:buNone/>
              <a:defRPr sz="2075"/>
            </a:lvl5pPr>
            <a:lvl6pPr marL="2371725" indent="0" algn="ctr">
              <a:buNone/>
              <a:defRPr sz="2075"/>
            </a:lvl6pPr>
            <a:lvl7pPr marL="2846070" indent="0" algn="ctr">
              <a:buNone/>
              <a:defRPr sz="2075"/>
            </a:lvl7pPr>
            <a:lvl8pPr marL="3320415" indent="0" algn="ctr">
              <a:buNone/>
              <a:defRPr sz="2075"/>
            </a:lvl8pPr>
            <a:lvl9pPr marL="3794760" indent="0" algn="ctr">
              <a:buNone/>
              <a:defRPr sz="2075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7926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4124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7100" y="2196279"/>
            <a:ext cx="12653006" cy="19507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4436" y="2356138"/>
            <a:ext cx="10909935" cy="178816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225" b="0" spc="156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436" y="4277690"/>
            <a:ext cx="10909935" cy="1252948"/>
          </a:xfrm>
        </p:spPr>
        <p:txBody>
          <a:bodyPr anchor="t">
            <a:normAutofit/>
          </a:bodyPr>
          <a:lstStyle>
            <a:lvl1pPr marL="0" indent="0" algn="ctr">
              <a:buNone/>
              <a:defRPr sz="2075">
                <a:solidFill>
                  <a:schemeClr val="tx2"/>
                </a:solidFill>
              </a:defRPr>
            </a:lvl1pPr>
            <a:lvl2pPr marL="474345" indent="0">
              <a:buNone/>
              <a:defRPr sz="1868">
                <a:solidFill>
                  <a:schemeClr val="tx1">
                    <a:tint val="75000"/>
                  </a:schemeClr>
                </a:solidFill>
              </a:defRPr>
            </a:lvl2pPr>
            <a:lvl3pPr marL="948690" indent="0">
              <a:buNone/>
              <a:defRPr sz="1660">
                <a:solidFill>
                  <a:schemeClr val="tx1">
                    <a:tint val="75000"/>
                  </a:schemeClr>
                </a:solidFill>
              </a:defRPr>
            </a:lvl3pPr>
            <a:lvl4pPr marL="1423035" indent="0">
              <a:buNone/>
              <a:defRPr sz="1453">
                <a:solidFill>
                  <a:schemeClr val="tx1">
                    <a:tint val="75000"/>
                  </a:schemeClr>
                </a:solidFill>
              </a:defRPr>
            </a:lvl4pPr>
            <a:lvl5pPr marL="1897380" indent="0">
              <a:buNone/>
              <a:defRPr sz="1453">
                <a:solidFill>
                  <a:schemeClr val="tx1">
                    <a:tint val="75000"/>
                  </a:schemeClr>
                </a:solidFill>
              </a:defRPr>
            </a:lvl5pPr>
            <a:lvl6pPr marL="2371725" indent="0">
              <a:buNone/>
              <a:defRPr sz="1453">
                <a:solidFill>
                  <a:schemeClr val="tx1">
                    <a:tint val="75000"/>
                  </a:schemeClr>
                </a:solidFill>
              </a:defRPr>
            </a:lvl6pPr>
            <a:lvl7pPr marL="2846070" indent="0">
              <a:buNone/>
              <a:defRPr sz="1453">
                <a:solidFill>
                  <a:schemeClr val="tx1">
                    <a:tint val="75000"/>
                  </a:schemeClr>
                </a:solidFill>
              </a:defRPr>
            </a:lvl7pPr>
            <a:lvl8pPr marL="3320415" indent="0">
              <a:buNone/>
              <a:defRPr sz="1453">
                <a:solidFill>
                  <a:schemeClr val="tx1">
                    <a:tint val="75000"/>
                  </a:schemeClr>
                </a:solidFill>
              </a:defRPr>
            </a:lvl8pPr>
            <a:lvl9pPr marL="3794760" indent="0">
              <a:buNone/>
              <a:defRPr sz="145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4038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0544" y="2145792"/>
            <a:ext cx="4933188" cy="4486656"/>
          </a:xfrm>
        </p:spPr>
        <p:txBody>
          <a:bodyPr/>
          <a:lstStyle>
            <a:lvl1pPr>
              <a:defRPr sz="2283"/>
            </a:lvl1pPr>
            <a:lvl2pPr>
              <a:defRPr sz="2075"/>
            </a:lvl2pPr>
            <a:lvl3pPr>
              <a:defRPr sz="1868"/>
            </a:lvl3pPr>
            <a:lvl4pPr>
              <a:defRPr sz="1660"/>
            </a:lvl4pPr>
            <a:lvl5pPr>
              <a:defRPr sz="1660"/>
            </a:lvl5pPr>
            <a:lvl6pPr>
              <a:defRPr sz="1660"/>
            </a:lvl6pPr>
            <a:lvl7pPr>
              <a:defRPr sz="1660"/>
            </a:lvl7pPr>
            <a:lvl8pPr>
              <a:defRPr sz="1660"/>
            </a:lvl8pPr>
            <a:lvl9pPr>
              <a:defRPr sz="16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4031" y="2145792"/>
            <a:ext cx="4933188" cy="4486656"/>
          </a:xfrm>
        </p:spPr>
        <p:txBody>
          <a:bodyPr/>
          <a:lstStyle>
            <a:lvl1pPr>
              <a:defRPr sz="2283"/>
            </a:lvl1pPr>
            <a:lvl2pPr>
              <a:defRPr sz="2075"/>
            </a:lvl2pPr>
            <a:lvl3pPr>
              <a:defRPr sz="1868"/>
            </a:lvl3pPr>
            <a:lvl4pPr>
              <a:defRPr sz="1660"/>
            </a:lvl4pPr>
            <a:lvl5pPr>
              <a:defRPr sz="1660"/>
            </a:lvl5pPr>
            <a:lvl6pPr>
              <a:defRPr sz="1660"/>
            </a:lvl6pPr>
            <a:lvl7pPr>
              <a:defRPr sz="1660"/>
            </a:lvl7pPr>
            <a:lvl8pPr>
              <a:defRPr sz="1660"/>
            </a:lvl8pPr>
            <a:lvl9pPr>
              <a:defRPr sz="16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244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2271" y="2041034"/>
            <a:ext cx="4933188" cy="792634"/>
          </a:xfrm>
        </p:spPr>
        <p:txBody>
          <a:bodyPr anchor="ctr">
            <a:normAutofit/>
          </a:bodyPr>
          <a:lstStyle>
            <a:lvl1pPr marL="0" indent="0">
              <a:buNone/>
              <a:defRPr sz="2179" b="1"/>
            </a:lvl1pPr>
            <a:lvl2pPr marL="474345" indent="0">
              <a:buNone/>
              <a:defRPr sz="2075" b="1"/>
            </a:lvl2pPr>
            <a:lvl3pPr marL="948690" indent="0">
              <a:buNone/>
              <a:defRPr sz="1868" b="1"/>
            </a:lvl3pPr>
            <a:lvl4pPr marL="1423035" indent="0">
              <a:buNone/>
              <a:defRPr sz="1660" b="1"/>
            </a:lvl4pPr>
            <a:lvl5pPr marL="1897380" indent="0">
              <a:buNone/>
              <a:defRPr sz="1660" b="1"/>
            </a:lvl5pPr>
            <a:lvl6pPr marL="2371725" indent="0">
              <a:buNone/>
              <a:defRPr sz="1660" b="1"/>
            </a:lvl6pPr>
            <a:lvl7pPr marL="2846070" indent="0">
              <a:buNone/>
              <a:defRPr sz="1660" b="1"/>
            </a:lvl7pPr>
            <a:lvl8pPr marL="3320415" indent="0">
              <a:buNone/>
              <a:defRPr sz="1660" b="1"/>
            </a:lvl8pPr>
            <a:lvl9pPr marL="3794760" indent="0">
              <a:buNone/>
              <a:defRPr sz="16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2271" y="2833670"/>
            <a:ext cx="4933188" cy="3803904"/>
          </a:xfrm>
        </p:spPr>
        <p:txBody>
          <a:bodyPr/>
          <a:lstStyle>
            <a:lvl1pPr>
              <a:defRPr sz="2283"/>
            </a:lvl1pPr>
            <a:lvl2pPr>
              <a:defRPr sz="2075"/>
            </a:lvl2pPr>
            <a:lvl3pPr>
              <a:defRPr sz="1868"/>
            </a:lvl3pPr>
            <a:lvl4pPr>
              <a:defRPr sz="1660"/>
            </a:lvl4pPr>
            <a:lvl5pPr>
              <a:defRPr sz="1660"/>
            </a:lvl5pPr>
            <a:lvl6pPr>
              <a:defRPr sz="1660"/>
            </a:lvl6pPr>
            <a:lvl7pPr>
              <a:defRPr sz="1660"/>
            </a:lvl7pPr>
            <a:lvl8pPr>
              <a:defRPr sz="1660"/>
            </a:lvl8pPr>
            <a:lvl9pPr>
              <a:defRPr sz="16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64901" y="2041034"/>
            <a:ext cx="4933188" cy="792634"/>
          </a:xfrm>
        </p:spPr>
        <p:txBody>
          <a:bodyPr anchor="ctr">
            <a:normAutofit/>
          </a:bodyPr>
          <a:lstStyle>
            <a:lvl1pPr marL="0" indent="0">
              <a:buNone/>
              <a:defRPr sz="2179" b="1"/>
            </a:lvl1pPr>
            <a:lvl2pPr marL="474345" indent="0">
              <a:buNone/>
              <a:defRPr sz="2075" b="1"/>
            </a:lvl2pPr>
            <a:lvl3pPr marL="948690" indent="0">
              <a:buNone/>
              <a:defRPr sz="1868" b="1"/>
            </a:lvl3pPr>
            <a:lvl4pPr marL="1423035" indent="0">
              <a:buNone/>
              <a:defRPr sz="1660" b="1"/>
            </a:lvl4pPr>
            <a:lvl5pPr marL="1897380" indent="0">
              <a:buNone/>
              <a:defRPr sz="1660" b="1"/>
            </a:lvl5pPr>
            <a:lvl6pPr marL="2371725" indent="0">
              <a:buNone/>
              <a:defRPr sz="1660" b="1"/>
            </a:lvl6pPr>
            <a:lvl7pPr marL="2846070" indent="0">
              <a:buNone/>
              <a:defRPr sz="1660" b="1"/>
            </a:lvl7pPr>
            <a:lvl8pPr marL="3320415" indent="0">
              <a:buNone/>
              <a:defRPr sz="1660" b="1"/>
            </a:lvl8pPr>
            <a:lvl9pPr marL="3794760" indent="0">
              <a:buNone/>
              <a:defRPr sz="16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64901" y="2833668"/>
            <a:ext cx="4933188" cy="3803904"/>
          </a:xfrm>
        </p:spPr>
        <p:txBody>
          <a:bodyPr/>
          <a:lstStyle>
            <a:lvl1pPr>
              <a:defRPr sz="2283"/>
            </a:lvl1pPr>
            <a:lvl2pPr>
              <a:defRPr sz="2075"/>
            </a:lvl2pPr>
            <a:lvl3pPr>
              <a:defRPr sz="1868"/>
            </a:lvl3pPr>
            <a:lvl4pPr>
              <a:defRPr sz="1660"/>
            </a:lvl4pPr>
            <a:lvl5pPr>
              <a:defRPr sz="1660"/>
            </a:lvl5pPr>
            <a:lvl6pPr>
              <a:defRPr sz="1660"/>
            </a:lvl6pPr>
            <a:lvl7pPr>
              <a:defRPr sz="1660"/>
            </a:lvl7pPr>
            <a:lvl8pPr>
              <a:defRPr sz="1660"/>
            </a:lvl8pPr>
            <a:lvl9pPr>
              <a:defRPr sz="16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7464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8817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9183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2271" y="2261391"/>
            <a:ext cx="6356223" cy="4389120"/>
          </a:xfrm>
        </p:spPr>
        <p:txBody>
          <a:bodyPr/>
          <a:lstStyle>
            <a:lvl1pPr>
              <a:defRPr sz="3320"/>
            </a:lvl1pPr>
            <a:lvl2pPr>
              <a:defRPr sz="2905"/>
            </a:lvl2pPr>
            <a:lvl3pPr>
              <a:defRPr sz="2490"/>
            </a:lvl3pPr>
            <a:lvl4pPr>
              <a:defRPr sz="2075"/>
            </a:lvl4pPr>
            <a:lvl5pPr>
              <a:defRPr sz="2075"/>
            </a:lvl5pPr>
            <a:lvl6pPr>
              <a:defRPr sz="2075"/>
            </a:lvl6pPr>
            <a:lvl7pPr>
              <a:defRPr sz="2075"/>
            </a:lvl7pPr>
            <a:lvl8pPr>
              <a:defRPr sz="2075"/>
            </a:lvl8pPr>
            <a:lvl9pPr>
              <a:defRPr sz="20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81111" y="2290652"/>
            <a:ext cx="3320415" cy="366114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68"/>
            </a:lvl1pPr>
            <a:lvl2pPr marL="474345" indent="0">
              <a:buNone/>
              <a:defRPr sz="1245"/>
            </a:lvl2pPr>
            <a:lvl3pPr marL="948690" indent="0">
              <a:buNone/>
              <a:defRPr sz="1038"/>
            </a:lvl3pPr>
            <a:lvl4pPr marL="1423035" indent="0">
              <a:buNone/>
              <a:defRPr sz="934"/>
            </a:lvl4pPr>
            <a:lvl5pPr marL="1897380" indent="0">
              <a:buNone/>
              <a:defRPr sz="934"/>
            </a:lvl5pPr>
            <a:lvl6pPr marL="2371725" indent="0">
              <a:buNone/>
              <a:defRPr sz="934"/>
            </a:lvl6pPr>
            <a:lvl7pPr marL="2846070" indent="0">
              <a:buNone/>
              <a:defRPr sz="934"/>
            </a:lvl7pPr>
            <a:lvl8pPr marL="3320415" indent="0">
              <a:buNone/>
              <a:defRPr sz="934"/>
            </a:lvl8pPr>
            <a:lvl9pPr marL="3794760" indent="0">
              <a:buNone/>
              <a:defRPr sz="93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4436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28166" y="2358927"/>
            <a:ext cx="6356223" cy="4194048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320">
                <a:solidFill>
                  <a:schemeClr val="tx1">
                    <a:lumMod val="50000"/>
                  </a:schemeClr>
                </a:solidFill>
              </a:defRPr>
            </a:lvl1pPr>
            <a:lvl2pPr marL="474345" indent="0">
              <a:buNone/>
              <a:defRPr sz="2905"/>
            </a:lvl2pPr>
            <a:lvl3pPr marL="948690" indent="0">
              <a:buNone/>
              <a:defRPr sz="2490"/>
            </a:lvl3pPr>
            <a:lvl4pPr marL="1423035" indent="0">
              <a:buNone/>
              <a:defRPr sz="2075"/>
            </a:lvl4pPr>
            <a:lvl5pPr marL="1897380" indent="0">
              <a:buNone/>
              <a:defRPr sz="2075"/>
            </a:lvl5pPr>
            <a:lvl6pPr marL="2371725" indent="0">
              <a:buNone/>
              <a:defRPr sz="2075"/>
            </a:lvl6pPr>
            <a:lvl7pPr marL="2846070" indent="0">
              <a:buNone/>
              <a:defRPr sz="2075"/>
            </a:lvl7pPr>
            <a:lvl8pPr marL="3320415" indent="0">
              <a:buNone/>
              <a:defRPr sz="2075"/>
            </a:lvl8pPr>
            <a:lvl9pPr marL="3794760" indent="0">
              <a:buNone/>
              <a:defRPr sz="207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82839" y="2293996"/>
            <a:ext cx="3320415" cy="36576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68"/>
            </a:lvl1pPr>
            <a:lvl2pPr marL="474345" indent="0">
              <a:buNone/>
              <a:defRPr sz="1245"/>
            </a:lvl2pPr>
            <a:lvl3pPr marL="948690" indent="0">
              <a:buNone/>
              <a:defRPr sz="1038"/>
            </a:lvl3pPr>
            <a:lvl4pPr marL="1423035" indent="0">
              <a:buNone/>
              <a:defRPr sz="934"/>
            </a:lvl4pPr>
            <a:lvl5pPr marL="1897380" indent="0">
              <a:buNone/>
              <a:defRPr sz="934"/>
            </a:lvl5pPr>
            <a:lvl6pPr marL="2371725" indent="0">
              <a:buNone/>
              <a:defRPr sz="934"/>
            </a:lvl6pPr>
            <a:lvl7pPr marL="2846070" indent="0">
              <a:buNone/>
              <a:defRPr sz="934"/>
            </a:lvl7pPr>
            <a:lvl8pPr marL="3320415" indent="0">
              <a:buNone/>
              <a:defRPr sz="934"/>
            </a:lvl8pPr>
            <a:lvl9pPr marL="3794760" indent="0">
              <a:buNone/>
              <a:defRPr sz="93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3905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002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357536" y="0"/>
            <a:ext cx="2846070" cy="7315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04148" y="292947"/>
            <a:ext cx="2492469" cy="629073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9632" y="292947"/>
            <a:ext cx="8272289" cy="62907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69632" y="6851045"/>
            <a:ext cx="2846066" cy="389467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17740" y="6851045"/>
            <a:ext cx="4440157" cy="389467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75788" y="6851045"/>
            <a:ext cx="912750" cy="389467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38934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48690" y="2267712"/>
            <a:ext cx="10751820" cy="15361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252423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97380" y="4096512"/>
            <a:ext cx="8854440" cy="1828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334671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81150" y="1197187"/>
            <a:ext cx="9486900" cy="2546773"/>
          </a:xfrm>
        </p:spPr>
        <p:txBody>
          <a:bodyPr anchor="b"/>
          <a:lstStyle>
            <a:lvl1pPr algn="ctr">
              <a:defRPr sz="622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81150" y="3842174"/>
            <a:ext cx="9486900" cy="1766146"/>
          </a:xfrm>
        </p:spPr>
        <p:txBody>
          <a:bodyPr/>
          <a:lstStyle>
            <a:lvl1pPr marL="0" indent="0" algn="ctr">
              <a:buNone/>
              <a:defRPr sz="2490"/>
            </a:lvl1pPr>
            <a:lvl2pPr marL="474345" indent="0" algn="ctr">
              <a:buNone/>
              <a:defRPr sz="2075"/>
            </a:lvl2pPr>
            <a:lvl3pPr marL="948690" indent="0" algn="ctr">
              <a:buNone/>
              <a:defRPr sz="1868"/>
            </a:lvl3pPr>
            <a:lvl4pPr marL="1423035" indent="0" algn="ctr">
              <a:buNone/>
              <a:defRPr sz="1660"/>
            </a:lvl4pPr>
            <a:lvl5pPr marL="1897380" indent="0" algn="ctr">
              <a:buNone/>
              <a:defRPr sz="1660"/>
            </a:lvl5pPr>
            <a:lvl6pPr marL="2371725" indent="0" algn="ctr">
              <a:buNone/>
              <a:defRPr sz="1660"/>
            </a:lvl6pPr>
            <a:lvl7pPr marL="2846070" indent="0" algn="ctr">
              <a:buNone/>
              <a:defRPr sz="1660"/>
            </a:lvl7pPr>
            <a:lvl8pPr marL="3320415" indent="0" algn="ctr">
              <a:buNone/>
              <a:defRPr sz="1660"/>
            </a:lvl8pPr>
            <a:lvl9pPr marL="3794760" indent="0" algn="ctr">
              <a:buNone/>
              <a:defRPr sz="16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28000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04749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3044" y="1823721"/>
            <a:ext cx="10909935" cy="3042919"/>
          </a:xfrm>
        </p:spPr>
        <p:txBody>
          <a:bodyPr anchor="b"/>
          <a:lstStyle>
            <a:lvl1pPr>
              <a:defRPr sz="622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3044" y="4895428"/>
            <a:ext cx="10909935" cy="1600199"/>
          </a:xfrm>
        </p:spPr>
        <p:txBody>
          <a:bodyPr/>
          <a:lstStyle>
            <a:lvl1pPr marL="0" indent="0">
              <a:buNone/>
              <a:defRPr sz="2490">
                <a:solidFill>
                  <a:schemeClr val="tx1">
                    <a:tint val="75000"/>
                  </a:schemeClr>
                </a:solidFill>
              </a:defRPr>
            </a:lvl1pPr>
            <a:lvl2pPr marL="474345" indent="0">
              <a:buNone/>
              <a:defRPr sz="2075">
                <a:solidFill>
                  <a:schemeClr val="tx1">
                    <a:tint val="75000"/>
                  </a:schemeClr>
                </a:solidFill>
              </a:defRPr>
            </a:lvl2pPr>
            <a:lvl3pPr marL="948690" indent="0">
              <a:buNone/>
              <a:defRPr sz="1868">
                <a:solidFill>
                  <a:schemeClr val="tx1">
                    <a:tint val="75000"/>
                  </a:schemeClr>
                </a:solidFill>
              </a:defRPr>
            </a:lvl3pPr>
            <a:lvl4pPr marL="1423035" indent="0">
              <a:buNone/>
              <a:defRPr sz="1660">
                <a:solidFill>
                  <a:schemeClr val="tx1">
                    <a:tint val="75000"/>
                  </a:schemeClr>
                </a:solidFill>
              </a:defRPr>
            </a:lvl4pPr>
            <a:lvl5pPr marL="1897380" indent="0">
              <a:buNone/>
              <a:defRPr sz="1660">
                <a:solidFill>
                  <a:schemeClr val="tx1">
                    <a:tint val="75000"/>
                  </a:schemeClr>
                </a:solidFill>
              </a:defRPr>
            </a:lvl5pPr>
            <a:lvl6pPr marL="2371725" indent="0">
              <a:buNone/>
              <a:defRPr sz="1660">
                <a:solidFill>
                  <a:schemeClr val="tx1">
                    <a:tint val="75000"/>
                  </a:schemeClr>
                </a:solidFill>
              </a:defRPr>
            </a:lvl6pPr>
            <a:lvl7pPr marL="2846070" indent="0">
              <a:buNone/>
              <a:defRPr sz="1660">
                <a:solidFill>
                  <a:schemeClr val="tx1">
                    <a:tint val="75000"/>
                  </a:schemeClr>
                </a:solidFill>
              </a:defRPr>
            </a:lvl7pPr>
            <a:lvl8pPr marL="3320415" indent="0">
              <a:buNone/>
              <a:defRPr sz="1660">
                <a:solidFill>
                  <a:schemeClr val="tx1">
                    <a:tint val="75000"/>
                  </a:schemeClr>
                </a:solidFill>
              </a:defRPr>
            </a:lvl8pPr>
            <a:lvl9pPr marL="3794760" indent="0">
              <a:buNone/>
              <a:defRPr sz="16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59759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9633" y="1947333"/>
            <a:ext cx="5375910" cy="46414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3658" y="1947333"/>
            <a:ext cx="5375910" cy="46414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22993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1280" y="389467"/>
            <a:ext cx="10909935" cy="14139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1281" y="1793241"/>
            <a:ext cx="5351204" cy="878839"/>
          </a:xfrm>
        </p:spPr>
        <p:txBody>
          <a:bodyPr anchor="b"/>
          <a:lstStyle>
            <a:lvl1pPr marL="0" indent="0">
              <a:buNone/>
              <a:defRPr sz="2490" b="1"/>
            </a:lvl1pPr>
            <a:lvl2pPr marL="474345" indent="0">
              <a:buNone/>
              <a:defRPr sz="2075" b="1"/>
            </a:lvl2pPr>
            <a:lvl3pPr marL="948690" indent="0">
              <a:buNone/>
              <a:defRPr sz="1868" b="1"/>
            </a:lvl3pPr>
            <a:lvl4pPr marL="1423035" indent="0">
              <a:buNone/>
              <a:defRPr sz="1660" b="1"/>
            </a:lvl4pPr>
            <a:lvl5pPr marL="1897380" indent="0">
              <a:buNone/>
              <a:defRPr sz="1660" b="1"/>
            </a:lvl5pPr>
            <a:lvl6pPr marL="2371725" indent="0">
              <a:buNone/>
              <a:defRPr sz="1660" b="1"/>
            </a:lvl6pPr>
            <a:lvl7pPr marL="2846070" indent="0">
              <a:buNone/>
              <a:defRPr sz="1660" b="1"/>
            </a:lvl7pPr>
            <a:lvl8pPr marL="3320415" indent="0">
              <a:buNone/>
              <a:defRPr sz="1660" b="1"/>
            </a:lvl8pPr>
            <a:lvl9pPr marL="3794760" indent="0">
              <a:buNone/>
              <a:defRPr sz="16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1281" y="2672080"/>
            <a:ext cx="5351204" cy="39302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3657" y="1793241"/>
            <a:ext cx="5377558" cy="878839"/>
          </a:xfrm>
        </p:spPr>
        <p:txBody>
          <a:bodyPr anchor="b"/>
          <a:lstStyle>
            <a:lvl1pPr marL="0" indent="0">
              <a:buNone/>
              <a:defRPr sz="2490" b="1"/>
            </a:lvl1pPr>
            <a:lvl2pPr marL="474345" indent="0">
              <a:buNone/>
              <a:defRPr sz="2075" b="1"/>
            </a:lvl2pPr>
            <a:lvl3pPr marL="948690" indent="0">
              <a:buNone/>
              <a:defRPr sz="1868" b="1"/>
            </a:lvl3pPr>
            <a:lvl4pPr marL="1423035" indent="0">
              <a:buNone/>
              <a:defRPr sz="1660" b="1"/>
            </a:lvl4pPr>
            <a:lvl5pPr marL="1897380" indent="0">
              <a:buNone/>
              <a:defRPr sz="1660" b="1"/>
            </a:lvl5pPr>
            <a:lvl6pPr marL="2371725" indent="0">
              <a:buNone/>
              <a:defRPr sz="1660" b="1"/>
            </a:lvl6pPr>
            <a:lvl7pPr marL="2846070" indent="0">
              <a:buNone/>
              <a:defRPr sz="1660" b="1"/>
            </a:lvl7pPr>
            <a:lvl8pPr marL="3320415" indent="0">
              <a:buNone/>
              <a:defRPr sz="1660" b="1"/>
            </a:lvl8pPr>
            <a:lvl9pPr marL="3794760" indent="0">
              <a:buNone/>
              <a:defRPr sz="16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03657" y="2672080"/>
            <a:ext cx="5377558" cy="39302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87243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86212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05624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1281" y="487680"/>
            <a:ext cx="4079696" cy="1706880"/>
          </a:xfrm>
        </p:spPr>
        <p:txBody>
          <a:bodyPr anchor="b"/>
          <a:lstStyle>
            <a:lvl1pPr>
              <a:defRPr sz="33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77557" y="1053254"/>
            <a:ext cx="6403658" cy="5198533"/>
          </a:xfrm>
        </p:spPr>
        <p:txBody>
          <a:bodyPr/>
          <a:lstStyle>
            <a:lvl1pPr>
              <a:defRPr sz="3320"/>
            </a:lvl1pPr>
            <a:lvl2pPr>
              <a:defRPr sz="2905"/>
            </a:lvl2pPr>
            <a:lvl3pPr>
              <a:defRPr sz="2490"/>
            </a:lvl3pPr>
            <a:lvl4pPr>
              <a:defRPr sz="2075"/>
            </a:lvl4pPr>
            <a:lvl5pPr>
              <a:defRPr sz="2075"/>
            </a:lvl5pPr>
            <a:lvl6pPr>
              <a:defRPr sz="2075"/>
            </a:lvl6pPr>
            <a:lvl7pPr>
              <a:defRPr sz="2075"/>
            </a:lvl7pPr>
            <a:lvl8pPr>
              <a:defRPr sz="2075"/>
            </a:lvl8pPr>
            <a:lvl9pPr>
              <a:defRPr sz="20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1281" y="2194560"/>
            <a:ext cx="4079696" cy="4065694"/>
          </a:xfrm>
        </p:spPr>
        <p:txBody>
          <a:bodyPr/>
          <a:lstStyle>
            <a:lvl1pPr marL="0" indent="0">
              <a:buNone/>
              <a:defRPr sz="1660"/>
            </a:lvl1pPr>
            <a:lvl2pPr marL="474345" indent="0">
              <a:buNone/>
              <a:defRPr sz="1453"/>
            </a:lvl2pPr>
            <a:lvl3pPr marL="948690" indent="0">
              <a:buNone/>
              <a:defRPr sz="1245"/>
            </a:lvl3pPr>
            <a:lvl4pPr marL="1423035" indent="0">
              <a:buNone/>
              <a:defRPr sz="1038"/>
            </a:lvl4pPr>
            <a:lvl5pPr marL="1897380" indent="0">
              <a:buNone/>
              <a:defRPr sz="1038"/>
            </a:lvl5pPr>
            <a:lvl6pPr marL="2371725" indent="0">
              <a:buNone/>
              <a:defRPr sz="1038"/>
            </a:lvl6pPr>
            <a:lvl7pPr marL="2846070" indent="0">
              <a:buNone/>
              <a:defRPr sz="1038"/>
            </a:lvl7pPr>
            <a:lvl8pPr marL="3320415" indent="0">
              <a:buNone/>
              <a:defRPr sz="1038"/>
            </a:lvl8pPr>
            <a:lvl9pPr marL="3794760" indent="0">
              <a:buNone/>
              <a:defRPr sz="103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14072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1281" y="487680"/>
            <a:ext cx="4079696" cy="1706880"/>
          </a:xfrm>
        </p:spPr>
        <p:txBody>
          <a:bodyPr anchor="b"/>
          <a:lstStyle>
            <a:lvl1pPr>
              <a:defRPr sz="33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77557" y="1053254"/>
            <a:ext cx="6403658" cy="5198533"/>
          </a:xfrm>
        </p:spPr>
        <p:txBody>
          <a:bodyPr anchor="t"/>
          <a:lstStyle>
            <a:lvl1pPr marL="0" indent="0">
              <a:buNone/>
              <a:defRPr sz="3320"/>
            </a:lvl1pPr>
            <a:lvl2pPr marL="474345" indent="0">
              <a:buNone/>
              <a:defRPr sz="2905"/>
            </a:lvl2pPr>
            <a:lvl3pPr marL="948690" indent="0">
              <a:buNone/>
              <a:defRPr sz="2490"/>
            </a:lvl3pPr>
            <a:lvl4pPr marL="1423035" indent="0">
              <a:buNone/>
              <a:defRPr sz="2075"/>
            </a:lvl4pPr>
            <a:lvl5pPr marL="1897380" indent="0">
              <a:buNone/>
              <a:defRPr sz="2075"/>
            </a:lvl5pPr>
            <a:lvl6pPr marL="2371725" indent="0">
              <a:buNone/>
              <a:defRPr sz="2075"/>
            </a:lvl6pPr>
            <a:lvl7pPr marL="2846070" indent="0">
              <a:buNone/>
              <a:defRPr sz="2075"/>
            </a:lvl7pPr>
            <a:lvl8pPr marL="3320415" indent="0">
              <a:buNone/>
              <a:defRPr sz="2075"/>
            </a:lvl8pPr>
            <a:lvl9pPr marL="3794760" indent="0">
              <a:buNone/>
              <a:defRPr sz="207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1281" y="2194560"/>
            <a:ext cx="4079696" cy="4065694"/>
          </a:xfrm>
        </p:spPr>
        <p:txBody>
          <a:bodyPr/>
          <a:lstStyle>
            <a:lvl1pPr marL="0" indent="0">
              <a:buNone/>
              <a:defRPr sz="1660"/>
            </a:lvl1pPr>
            <a:lvl2pPr marL="474345" indent="0">
              <a:buNone/>
              <a:defRPr sz="1453"/>
            </a:lvl2pPr>
            <a:lvl3pPr marL="948690" indent="0">
              <a:buNone/>
              <a:defRPr sz="1245"/>
            </a:lvl3pPr>
            <a:lvl4pPr marL="1423035" indent="0">
              <a:buNone/>
              <a:defRPr sz="1038"/>
            </a:lvl4pPr>
            <a:lvl5pPr marL="1897380" indent="0">
              <a:buNone/>
              <a:defRPr sz="1038"/>
            </a:lvl5pPr>
            <a:lvl6pPr marL="2371725" indent="0">
              <a:buNone/>
              <a:defRPr sz="1038"/>
            </a:lvl6pPr>
            <a:lvl7pPr marL="2846070" indent="0">
              <a:buNone/>
              <a:defRPr sz="1038"/>
            </a:lvl7pPr>
            <a:lvl8pPr marL="3320415" indent="0">
              <a:buNone/>
              <a:defRPr sz="1038"/>
            </a:lvl8pPr>
            <a:lvl9pPr marL="3794760" indent="0">
              <a:buNone/>
              <a:defRPr sz="103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99902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74616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52084" y="389467"/>
            <a:ext cx="2727484" cy="619929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9633" y="389467"/>
            <a:ext cx="8024336" cy="619929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1819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01" y="187850"/>
            <a:ext cx="12646038" cy="175564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48028" y="303121"/>
            <a:ext cx="10150983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8028" y="2145792"/>
            <a:ext cx="10150983" cy="4486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47351" y="6851045"/>
            <a:ext cx="3113428" cy="389467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89"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06338" y="6851045"/>
            <a:ext cx="5233607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9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58637" y="6851045"/>
            <a:ext cx="981749" cy="389467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45" b="0"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55820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11" r:id="rId1"/>
    <p:sldLayoutId id="2147483912" r:id="rId2"/>
    <p:sldLayoutId id="2147483913" r:id="rId3"/>
    <p:sldLayoutId id="2147483914" r:id="rId4"/>
    <p:sldLayoutId id="2147483915" r:id="rId5"/>
    <p:sldLayoutId id="2147483916" r:id="rId6"/>
    <p:sldLayoutId id="2147483917" r:id="rId7"/>
    <p:sldLayoutId id="2147483918" r:id="rId8"/>
    <p:sldLayoutId id="2147483919" r:id="rId9"/>
    <p:sldLayoutId id="2147483920" r:id="rId10"/>
    <p:sldLayoutId id="2147483921" r:id="rId11"/>
    <p:sldLayoutId id="2147483922" r:id="rId12"/>
  </p:sldLayoutIdLst>
  <p:txStyles>
    <p:titleStyle>
      <a:lvl1pPr algn="l" defTabSz="948690" rtl="0" eaLnBrk="1" latinLnBrk="0" hangingPunct="1">
        <a:lnSpc>
          <a:spcPct val="85000"/>
        </a:lnSpc>
        <a:spcBef>
          <a:spcPct val="0"/>
        </a:spcBef>
        <a:buNone/>
        <a:defRPr sz="415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9738" indent="-189738" algn="l" defTabSz="948690" rtl="0" eaLnBrk="1" latinLnBrk="0" hangingPunct="1">
        <a:lnSpc>
          <a:spcPct val="90000"/>
        </a:lnSpc>
        <a:spcBef>
          <a:spcPts val="1245"/>
        </a:spcBef>
        <a:spcAft>
          <a:spcPts val="208"/>
        </a:spcAft>
        <a:buClr>
          <a:schemeClr val="tx1"/>
        </a:buClr>
        <a:buFont typeface="Wingdings" pitchFamily="2" charset="2"/>
        <a:buChar char=""/>
        <a:defRPr sz="2283" kern="1200">
          <a:solidFill>
            <a:schemeClr val="tx1"/>
          </a:solidFill>
          <a:latin typeface="+mn-lt"/>
          <a:ea typeface="+mn-ea"/>
          <a:cs typeface="+mn-cs"/>
        </a:defRPr>
      </a:lvl1pPr>
      <a:lvl2pPr marL="426911" indent="-189738" algn="l" defTabSz="948690" rtl="0" eaLnBrk="1" latinLnBrk="0" hangingPunct="1">
        <a:lnSpc>
          <a:spcPct val="90000"/>
        </a:lnSpc>
        <a:spcBef>
          <a:spcPts val="208"/>
        </a:spcBef>
        <a:spcAft>
          <a:spcPts val="415"/>
        </a:spcAft>
        <a:buClr>
          <a:schemeClr val="tx1"/>
        </a:buClr>
        <a:buFont typeface="Wingdings" pitchFamily="2" charset="2"/>
        <a:buChar char=""/>
        <a:defRPr sz="2075" kern="1200">
          <a:solidFill>
            <a:schemeClr val="tx1"/>
          </a:solidFill>
          <a:latin typeface="+mn-lt"/>
          <a:ea typeface="+mn-ea"/>
          <a:cs typeface="+mn-cs"/>
        </a:defRPr>
      </a:lvl2pPr>
      <a:lvl3pPr marL="664083" indent="-189738" algn="l" defTabSz="948690" rtl="0" eaLnBrk="1" latinLnBrk="0" hangingPunct="1">
        <a:lnSpc>
          <a:spcPct val="90000"/>
        </a:lnSpc>
        <a:spcBef>
          <a:spcPts val="208"/>
        </a:spcBef>
        <a:spcAft>
          <a:spcPts val="415"/>
        </a:spcAft>
        <a:buClr>
          <a:schemeClr val="tx1"/>
        </a:buClr>
        <a:buFont typeface="Wingdings" pitchFamily="2" charset="2"/>
        <a:buChar char=""/>
        <a:defRPr sz="1868" kern="1200">
          <a:solidFill>
            <a:schemeClr val="tx1"/>
          </a:solidFill>
          <a:latin typeface="+mn-lt"/>
          <a:ea typeface="+mn-ea"/>
          <a:cs typeface="+mn-cs"/>
        </a:defRPr>
      </a:lvl3pPr>
      <a:lvl4pPr marL="901256" indent="-189738" algn="l" defTabSz="948690" rtl="0" eaLnBrk="1" latinLnBrk="0" hangingPunct="1">
        <a:lnSpc>
          <a:spcPct val="90000"/>
        </a:lnSpc>
        <a:spcBef>
          <a:spcPts val="208"/>
        </a:spcBef>
        <a:spcAft>
          <a:spcPts val="415"/>
        </a:spcAft>
        <a:buClr>
          <a:schemeClr val="tx1"/>
        </a:buClr>
        <a:buFont typeface="Wingdings" pitchFamily="2" charset="2"/>
        <a:buChar char=""/>
        <a:defRPr sz="1660" kern="1200">
          <a:solidFill>
            <a:schemeClr val="tx1"/>
          </a:solidFill>
          <a:latin typeface="+mn-lt"/>
          <a:ea typeface="+mn-ea"/>
          <a:cs typeface="+mn-cs"/>
        </a:defRPr>
      </a:lvl4pPr>
      <a:lvl5pPr marL="1138428" indent="-189738" algn="l" defTabSz="948690" rtl="0" eaLnBrk="1" latinLnBrk="0" hangingPunct="1">
        <a:lnSpc>
          <a:spcPct val="90000"/>
        </a:lnSpc>
        <a:spcBef>
          <a:spcPts val="208"/>
        </a:spcBef>
        <a:spcAft>
          <a:spcPts val="415"/>
        </a:spcAft>
        <a:buClr>
          <a:schemeClr val="tx1"/>
        </a:buClr>
        <a:buFont typeface="Wingdings" pitchFamily="2" charset="2"/>
        <a:buChar char=""/>
        <a:defRPr sz="1660" kern="1200">
          <a:solidFill>
            <a:schemeClr val="tx1"/>
          </a:solidFill>
          <a:latin typeface="+mn-lt"/>
          <a:ea typeface="+mn-ea"/>
          <a:cs typeface="+mn-cs"/>
        </a:defRPr>
      </a:lvl5pPr>
      <a:lvl6pPr marL="1332773" indent="-237173" algn="l" defTabSz="948690" rtl="0" eaLnBrk="1" latinLnBrk="0" hangingPunct="1">
        <a:lnSpc>
          <a:spcPct val="90000"/>
        </a:lnSpc>
        <a:spcBef>
          <a:spcPts val="208"/>
        </a:spcBef>
        <a:spcAft>
          <a:spcPts val="415"/>
        </a:spcAft>
        <a:buClr>
          <a:schemeClr val="tx1"/>
        </a:buClr>
        <a:buFont typeface="Wingdings" pitchFamily="2" charset="2"/>
        <a:buChar char=""/>
        <a:defRPr sz="1660" kern="1200">
          <a:solidFill>
            <a:schemeClr val="tx1"/>
          </a:solidFill>
          <a:latin typeface="+mn-lt"/>
          <a:ea typeface="+mn-ea"/>
          <a:cs typeface="+mn-cs"/>
        </a:defRPr>
      </a:lvl6pPr>
      <a:lvl7pPr marL="1526993" indent="-237173" algn="l" defTabSz="948690" rtl="0" eaLnBrk="1" latinLnBrk="0" hangingPunct="1">
        <a:lnSpc>
          <a:spcPct val="90000"/>
        </a:lnSpc>
        <a:spcBef>
          <a:spcPts val="208"/>
        </a:spcBef>
        <a:spcAft>
          <a:spcPts val="415"/>
        </a:spcAft>
        <a:buClr>
          <a:schemeClr val="tx1"/>
        </a:buClr>
        <a:buFont typeface="Wingdings" pitchFamily="2" charset="2"/>
        <a:buChar char=""/>
        <a:defRPr sz="1660" kern="1200">
          <a:solidFill>
            <a:schemeClr val="tx1"/>
          </a:solidFill>
          <a:latin typeface="+mn-lt"/>
          <a:ea typeface="+mn-ea"/>
          <a:cs typeface="+mn-cs"/>
        </a:defRPr>
      </a:lvl7pPr>
      <a:lvl8pPr marL="1690088" indent="-237173" algn="l" defTabSz="948690" rtl="0" eaLnBrk="1" latinLnBrk="0" hangingPunct="1">
        <a:lnSpc>
          <a:spcPct val="90000"/>
        </a:lnSpc>
        <a:spcBef>
          <a:spcPts val="208"/>
        </a:spcBef>
        <a:spcAft>
          <a:spcPts val="415"/>
        </a:spcAft>
        <a:buClr>
          <a:schemeClr val="tx1"/>
        </a:buClr>
        <a:buFont typeface="Wingdings" pitchFamily="2" charset="2"/>
        <a:buChar char=""/>
        <a:defRPr sz="1660" kern="1200">
          <a:solidFill>
            <a:schemeClr val="tx1"/>
          </a:solidFill>
          <a:latin typeface="+mn-lt"/>
          <a:ea typeface="+mn-ea"/>
          <a:cs typeface="+mn-cs"/>
        </a:defRPr>
      </a:lvl8pPr>
      <a:lvl9pPr marL="1873933" indent="-237173" algn="l" defTabSz="948690" rtl="0" eaLnBrk="1" latinLnBrk="0" hangingPunct="1">
        <a:lnSpc>
          <a:spcPct val="90000"/>
        </a:lnSpc>
        <a:spcBef>
          <a:spcPts val="208"/>
        </a:spcBef>
        <a:spcAft>
          <a:spcPts val="415"/>
        </a:spcAft>
        <a:buClr>
          <a:schemeClr val="tx1"/>
        </a:buClr>
        <a:buFont typeface="Wingdings" pitchFamily="2" charset="2"/>
        <a:buChar char=""/>
        <a:defRPr sz="16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48690" rtl="0" eaLnBrk="1" latinLnBrk="0" hangingPunct="1">
        <a:defRPr sz="1868" kern="1200">
          <a:solidFill>
            <a:schemeClr val="tx1"/>
          </a:solidFill>
          <a:latin typeface="+mn-lt"/>
          <a:ea typeface="+mn-ea"/>
          <a:cs typeface="+mn-cs"/>
        </a:defRPr>
      </a:lvl1pPr>
      <a:lvl2pPr marL="474345" algn="l" defTabSz="948690" rtl="0" eaLnBrk="1" latinLnBrk="0" hangingPunct="1">
        <a:defRPr sz="1868" kern="1200">
          <a:solidFill>
            <a:schemeClr val="tx1"/>
          </a:solidFill>
          <a:latin typeface="+mn-lt"/>
          <a:ea typeface="+mn-ea"/>
          <a:cs typeface="+mn-cs"/>
        </a:defRPr>
      </a:lvl2pPr>
      <a:lvl3pPr marL="948690" algn="l" defTabSz="948690" rtl="0" eaLnBrk="1" latinLnBrk="0" hangingPunct="1">
        <a:defRPr sz="1868" kern="1200">
          <a:solidFill>
            <a:schemeClr val="tx1"/>
          </a:solidFill>
          <a:latin typeface="+mn-lt"/>
          <a:ea typeface="+mn-ea"/>
          <a:cs typeface="+mn-cs"/>
        </a:defRPr>
      </a:lvl3pPr>
      <a:lvl4pPr marL="1423035" algn="l" defTabSz="948690" rtl="0" eaLnBrk="1" latinLnBrk="0" hangingPunct="1">
        <a:defRPr sz="1868" kern="1200">
          <a:solidFill>
            <a:schemeClr val="tx1"/>
          </a:solidFill>
          <a:latin typeface="+mn-lt"/>
          <a:ea typeface="+mn-ea"/>
          <a:cs typeface="+mn-cs"/>
        </a:defRPr>
      </a:lvl4pPr>
      <a:lvl5pPr marL="1897380" algn="l" defTabSz="948690" rtl="0" eaLnBrk="1" latinLnBrk="0" hangingPunct="1">
        <a:defRPr sz="1868" kern="1200">
          <a:solidFill>
            <a:schemeClr val="tx1"/>
          </a:solidFill>
          <a:latin typeface="+mn-lt"/>
          <a:ea typeface="+mn-ea"/>
          <a:cs typeface="+mn-cs"/>
        </a:defRPr>
      </a:lvl5pPr>
      <a:lvl6pPr marL="2371725" algn="l" defTabSz="948690" rtl="0" eaLnBrk="1" latinLnBrk="0" hangingPunct="1">
        <a:defRPr sz="1868" kern="1200">
          <a:solidFill>
            <a:schemeClr val="tx1"/>
          </a:solidFill>
          <a:latin typeface="+mn-lt"/>
          <a:ea typeface="+mn-ea"/>
          <a:cs typeface="+mn-cs"/>
        </a:defRPr>
      </a:lvl6pPr>
      <a:lvl7pPr marL="2846070" algn="l" defTabSz="948690" rtl="0" eaLnBrk="1" latinLnBrk="0" hangingPunct="1">
        <a:defRPr sz="1868" kern="1200">
          <a:solidFill>
            <a:schemeClr val="tx1"/>
          </a:solidFill>
          <a:latin typeface="+mn-lt"/>
          <a:ea typeface="+mn-ea"/>
          <a:cs typeface="+mn-cs"/>
        </a:defRPr>
      </a:lvl7pPr>
      <a:lvl8pPr marL="3320415" algn="l" defTabSz="948690" rtl="0" eaLnBrk="1" latinLnBrk="0" hangingPunct="1">
        <a:defRPr sz="1868" kern="1200">
          <a:solidFill>
            <a:schemeClr val="tx1"/>
          </a:solidFill>
          <a:latin typeface="+mn-lt"/>
          <a:ea typeface="+mn-ea"/>
          <a:cs typeface="+mn-cs"/>
        </a:defRPr>
      </a:lvl8pPr>
      <a:lvl9pPr marL="3794760" algn="l" defTabSz="948690" rtl="0" eaLnBrk="1" latinLnBrk="0" hangingPunct="1">
        <a:defRPr sz="186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69633" y="389467"/>
            <a:ext cx="10909935" cy="14139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633" y="1947333"/>
            <a:ext cx="10909935" cy="46414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9633" y="6780107"/>
            <a:ext cx="284607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90048" y="6780107"/>
            <a:ext cx="4269105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33498" y="6780107"/>
            <a:ext cx="284607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7980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4" r:id="rId1"/>
    <p:sldLayoutId id="2147483925" r:id="rId2"/>
    <p:sldLayoutId id="2147483926" r:id="rId3"/>
    <p:sldLayoutId id="2147483927" r:id="rId4"/>
    <p:sldLayoutId id="2147483928" r:id="rId5"/>
    <p:sldLayoutId id="2147483929" r:id="rId6"/>
    <p:sldLayoutId id="2147483930" r:id="rId7"/>
    <p:sldLayoutId id="2147483931" r:id="rId8"/>
    <p:sldLayoutId id="2147483932" r:id="rId9"/>
    <p:sldLayoutId id="2147483933" r:id="rId10"/>
    <p:sldLayoutId id="2147483934" r:id="rId11"/>
  </p:sldLayoutIdLst>
  <p:txStyles>
    <p:titleStyle>
      <a:lvl1pPr algn="l" defTabSz="948690" rtl="0" eaLnBrk="1" latinLnBrk="0" hangingPunct="1">
        <a:lnSpc>
          <a:spcPct val="90000"/>
        </a:lnSpc>
        <a:spcBef>
          <a:spcPct val="0"/>
        </a:spcBef>
        <a:buNone/>
        <a:defRPr sz="45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7173" indent="-237173" algn="l" defTabSz="948690" rtl="0" eaLnBrk="1" latinLnBrk="0" hangingPunct="1">
        <a:lnSpc>
          <a:spcPct val="90000"/>
        </a:lnSpc>
        <a:spcBef>
          <a:spcPts val="1038"/>
        </a:spcBef>
        <a:buFont typeface="Arial" panose="020B0604020202020204" pitchFamily="34" charset="0"/>
        <a:buChar char="•"/>
        <a:defRPr sz="2905" kern="1200">
          <a:solidFill>
            <a:schemeClr val="tx1"/>
          </a:solidFill>
          <a:latin typeface="+mn-lt"/>
          <a:ea typeface="+mn-ea"/>
          <a:cs typeface="+mn-cs"/>
        </a:defRPr>
      </a:lvl1pPr>
      <a:lvl2pPr marL="711518" indent="-237173" algn="l" defTabSz="948690" rtl="0" eaLnBrk="1" latinLnBrk="0" hangingPunct="1">
        <a:lnSpc>
          <a:spcPct val="90000"/>
        </a:lnSpc>
        <a:spcBef>
          <a:spcPts val="519"/>
        </a:spcBef>
        <a:buFont typeface="Arial" panose="020B0604020202020204" pitchFamily="34" charset="0"/>
        <a:buChar char="•"/>
        <a:defRPr sz="2490" kern="1200">
          <a:solidFill>
            <a:schemeClr val="tx1"/>
          </a:solidFill>
          <a:latin typeface="+mn-lt"/>
          <a:ea typeface="+mn-ea"/>
          <a:cs typeface="+mn-cs"/>
        </a:defRPr>
      </a:lvl2pPr>
      <a:lvl3pPr marL="1185863" indent="-237173" algn="l" defTabSz="948690" rtl="0" eaLnBrk="1" latinLnBrk="0" hangingPunct="1">
        <a:lnSpc>
          <a:spcPct val="90000"/>
        </a:lnSpc>
        <a:spcBef>
          <a:spcPts val="519"/>
        </a:spcBef>
        <a:buFont typeface="Arial" panose="020B0604020202020204" pitchFamily="34" charset="0"/>
        <a:buChar char="•"/>
        <a:defRPr sz="2075" kern="1200">
          <a:solidFill>
            <a:schemeClr val="tx1"/>
          </a:solidFill>
          <a:latin typeface="+mn-lt"/>
          <a:ea typeface="+mn-ea"/>
          <a:cs typeface="+mn-cs"/>
        </a:defRPr>
      </a:lvl3pPr>
      <a:lvl4pPr marL="1660208" indent="-237173" algn="l" defTabSz="948690" rtl="0" eaLnBrk="1" latinLnBrk="0" hangingPunct="1">
        <a:lnSpc>
          <a:spcPct val="90000"/>
        </a:lnSpc>
        <a:spcBef>
          <a:spcPts val="519"/>
        </a:spcBef>
        <a:buFont typeface="Arial" panose="020B0604020202020204" pitchFamily="34" charset="0"/>
        <a:buChar char="•"/>
        <a:defRPr sz="1868" kern="1200">
          <a:solidFill>
            <a:schemeClr val="tx1"/>
          </a:solidFill>
          <a:latin typeface="+mn-lt"/>
          <a:ea typeface="+mn-ea"/>
          <a:cs typeface="+mn-cs"/>
        </a:defRPr>
      </a:lvl4pPr>
      <a:lvl5pPr marL="2134553" indent="-237173" algn="l" defTabSz="948690" rtl="0" eaLnBrk="1" latinLnBrk="0" hangingPunct="1">
        <a:lnSpc>
          <a:spcPct val="90000"/>
        </a:lnSpc>
        <a:spcBef>
          <a:spcPts val="519"/>
        </a:spcBef>
        <a:buFont typeface="Arial" panose="020B0604020202020204" pitchFamily="34" charset="0"/>
        <a:buChar char="•"/>
        <a:defRPr sz="1868" kern="1200">
          <a:solidFill>
            <a:schemeClr val="tx1"/>
          </a:solidFill>
          <a:latin typeface="+mn-lt"/>
          <a:ea typeface="+mn-ea"/>
          <a:cs typeface="+mn-cs"/>
        </a:defRPr>
      </a:lvl5pPr>
      <a:lvl6pPr marL="2608898" indent="-237173" algn="l" defTabSz="948690" rtl="0" eaLnBrk="1" latinLnBrk="0" hangingPunct="1">
        <a:lnSpc>
          <a:spcPct val="90000"/>
        </a:lnSpc>
        <a:spcBef>
          <a:spcPts val="519"/>
        </a:spcBef>
        <a:buFont typeface="Arial" panose="020B0604020202020204" pitchFamily="34" charset="0"/>
        <a:buChar char="•"/>
        <a:defRPr sz="1868" kern="1200">
          <a:solidFill>
            <a:schemeClr val="tx1"/>
          </a:solidFill>
          <a:latin typeface="+mn-lt"/>
          <a:ea typeface="+mn-ea"/>
          <a:cs typeface="+mn-cs"/>
        </a:defRPr>
      </a:lvl6pPr>
      <a:lvl7pPr marL="3083243" indent="-237173" algn="l" defTabSz="948690" rtl="0" eaLnBrk="1" latinLnBrk="0" hangingPunct="1">
        <a:lnSpc>
          <a:spcPct val="90000"/>
        </a:lnSpc>
        <a:spcBef>
          <a:spcPts val="519"/>
        </a:spcBef>
        <a:buFont typeface="Arial" panose="020B0604020202020204" pitchFamily="34" charset="0"/>
        <a:buChar char="•"/>
        <a:defRPr sz="1868" kern="1200">
          <a:solidFill>
            <a:schemeClr val="tx1"/>
          </a:solidFill>
          <a:latin typeface="+mn-lt"/>
          <a:ea typeface="+mn-ea"/>
          <a:cs typeface="+mn-cs"/>
        </a:defRPr>
      </a:lvl7pPr>
      <a:lvl8pPr marL="3557588" indent="-237173" algn="l" defTabSz="948690" rtl="0" eaLnBrk="1" latinLnBrk="0" hangingPunct="1">
        <a:lnSpc>
          <a:spcPct val="90000"/>
        </a:lnSpc>
        <a:spcBef>
          <a:spcPts val="519"/>
        </a:spcBef>
        <a:buFont typeface="Arial" panose="020B0604020202020204" pitchFamily="34" charset="0"/>
        <a:buChar char="•"/>
        <a:defRPr sz="1868" kern="1200">
          <a:solidFill>
            <a:schemeClr val="tx1"/>
          </a:solidFill>
          <a:latin typeface="+mn-lt"/>
          <a:ea typeface="+mn-ea"/>
          <a:cs typeface="+mn-cs"/>
        </a:defRPr>
      </a:lvl8pPr>
      <a:lvl9pPr marL="4031933" indent="-237173" algn="l" defTabSz="948690" rtl="0" eaLnBrk="1" latinLnBrk="0" hangingPunct="1">
        <a:lnSpc>
          <a:spcPct val="90000"/>
        </a:lnSpc>
        <a:spcBef>
          <a:spcPts val="519"/>
        </a:spcBef>
        <a:buFont typeface="Arial" panose="020B0604020202020204" pitchFamily="34" charset="0"/>
        <a:buChar char="•"/>
        <a:defRPr sz="186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48690" rtl="0" eaLnBrk="1" latinLnBrk="0" hangingPunct="1">
        <a:defRPr sz="1868" kern="1200">
          <a:solidFill>
            <a:schemeClr val="tx1"/>
          </a:solidFill>
          <a:latin typeface="+mn-lt"/>
          <a:ea typeface="+mn-ea"/>
          <a:cs typeface="+mn-cs"/>
        </a:defRPr>
      </a:lvl1pPr>
      <a:lvl2pPr marL="474345" algn="l" defTabSz="948690" rtl="0" eaLnBrk="1" latinLnBrk="0" hangingPunct="1">
        <a:defRPr sz="1868" kern="1200">
          <a:solidFill>
            <a:schemeClr val="tx1"/>
          </a:solidFill>
          <a:latin typeface="+mn-lt"/>
          <a:ea typeface="+mn-ea"/>
          <a:cs typeface="+mn-cs"/>
        </a:defRPr>
      </a:lvl2pPr>
      <a:lvl3pPr marL="948690" algn="l" defTabSz="948690" rtl="0" eaLnBrk="1" latinLnBrk="0" hangingPunct="1">
        <a:defRPr sz="1868" kern="1200">
          <a:solidFill>
            <a:schemeClr val="tx1"/>
          </a:solidFill>
          <a:latin typeface="+mn-lt"/>
          <a:ea typeface="+mn-ea"/>
          <a:cs typeface="+mn-cs"/>
        </a:defRPr>
      </a:lvl3pPr>
      <a:lvl4pPr marL="1423035" algn="l" defTabSz="948690" rtl="0" eaLnBrk="1" latinLnBrk="0" hangingPunct="1">
        <a:defRPr sz="1868" kern="1200">
          <a:solidFill>
            <a:schemeClr val="tx1"/>
          </a:solidFill>
          <a:latin typeface="+mn-lt"/>
          <a:ea typeface="+mn-ea"/>
          <a:cs typeface="+mn-cs"/>
        </a:defRPr>
      </a:lvl4pPr>
      <a:lvl5pPr marL="1897380" algn="l" defTabSz="948690" rtl="0" eaLnBrk="1" latinLnBrk="0" hangingPunct="1">
        <a:defRPr sz="1868" kern="1200">
          <a:solidFill>
            <a:schemeClr val="tx1"/>
          </a:solidFill>
          <a:latin typeface="+mn-lt"/>
          <a:ea typeface="+mn-ea"/>
          <a:cs typeface="+mn-cs"/>
        </a:defRPr>
      </a:lvl5pPr>
      <a:lvl6pPr marL="2371725" algn="l" defTabSz="948690" rtl="0" eaLnBrk="1" latinLnBrk="0" hangingPunct="1">
        <a:defRPr sz="1868" kern="1200">
          <a:solidFill>
            <a:schemeClr val="tx1"/>
          </a:solidFill>
          <a:latin typeface="+mn-lt"/>
          <a:ea typeface="+mn-ea"/>
          <a:cs typeface="+mn-cs"/>
        </a:defRPr>
      </a:lvl6pPr>
      <a:lvl7pPr marL="2846070" algn="l" defTabSz="948690" rtl="0" eaLnBrk="1" latinLnBrk="0" hangingPunct="1">
        <a:defRPr sz="1868" kern="1200">
          <a:solidFill>
            <a:schemeClr val="tx1"/>
          </a:solidFill>
          <a:latin typeface="+mn-lt"/>
          <a:ea typeface="+mn-ea"/>
          <a:cs typeface="+mn-cs"/>
        </a:defRPr>
      </a:lvl7pPr>
      <a:lvl8pPr marL="3320415" algn="l" defTabSz="948690" rtl="0" eaLnBrk="1" latinLnBrk="0" hangingPunct="1">
        <a:defRPr sz="1868" kern="1200">
          <a:solidFill>
            <a:schemeClr val="tx1"/>
          </a:solidFill>
          <a:latin typeface="+mn-lt"/>
          <a:ea typeface="+mn-ea"/>
          <a:cs typeface="+mn-cs"/>
        </a:defRPr>
      </a:lvl8pPr>
      <a:lvl9pPr marL="3794760" algn="l" defTabSz="948690" rtl="0" eaLnBrk="1" latinLnBrk="0" hangingPunct="1">
        <a:defRPr sz="186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8DDD7-5D49-63B1-1DE1-C44A77EF18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8690" y="801267"/>
            <a:ext cx="10751820" cy="627864"/>
          </a:xfrm>
        </p:spPr>
        <p:txBody>
          <a:bodyPr/>
          <a:lstStyle/>
          <a:p>
            <a:pPr algn="ctr"/>
            <a:r>
              <a:rPr lang="en-IN" sz="4800" dirty="0"/>
              <a:t>TRUMP TARIFF ANALYSIS (2024-25)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84BE37-A017-9579-68AC-D48B9EB0AAFF}"/>
              </a:ext>
            </a:extLst>
          </p:cNvPr>
          <p:cNvSpPr txBox="1"/>
          <p:nvPr/>
        </p:nvSpPr>
        <p:spPr>
          <a:xfrm>
            <a:off x="2209800" y="2765047"/>
            <a:ext cx="9296400" cy="1077218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comprehensive dashboard analysis evaluating trade performance and tariff impact between 2024 and 2025.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D2C6FD-DC99-D740-391A-5AF49E277A27}"/>
              </a:ext>
            </a:extLst>
          </p:cNvPr>
          <p:cNvSpPr txBox="1"/>
          <p:nvPr/>
        </p:nvSpPr>
        <p:spPr>
          <a:xfrm>
            <a:off x="8305800" y="5334000"/>
            <a:ext cx="4191000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Submitted by,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          Jeevitha M(126150018)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Department      : M. Sc Data Science - II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College Name : SASTRA Deemed University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728534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31C264-87D0-58BE-32BF-E641C7821D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486" y="423411"/>
            <a:ext cx="11298227" cy="6468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103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E41118-11EA-A137-08EF-70F9AD802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960" y="466279"/>
            <a:ext cx="11317279" cy="6382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83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0BD989-056E-4E0A-4C2C-5DA386EE19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776" y="456753"/>
            <a:ext cx="11269648" cy="6401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232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11E937-2655-B247-4F2F-1574530D5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776" y="490095"/>
            <a:ext cx="11269648" cy="6335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68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4AE099-F17F-D32C-B42B-636DAD829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355" y="461516"/>
            <a:ext cx="11212490" cy="6392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484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05FEC9-473B-7859-E035-439BBE938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644" y="490095"/>
            <a:ext cx="11183911" cy="6335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0424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A193F0-2C73-CE1F-A108-5469CD880D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434" y="466279"/>
            <a:ext cx="11336332" cy="6382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695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0A604F-81FC-7F0D-58B5-6FFD02FF4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97" y="451990"/>
            <a:ext cx="11326806" cy="641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6394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692027-934E-D358-F7F9-D92F61BC4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829" y="509148"/>
            <a:ext cx="11231542" cy="6296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8285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378393-7B05-CEC6-9CB1-05F74246C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08" y="490095"/>
            <a:ext cx="11174384" cy="6335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6937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F922AE-42BE-A46E-C5A4-C53A05661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829" y="466279"/>
            <a:ext cx="11231542" cy="6382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4213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0863D0-B3EA-69CF-4910-007106715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776" y="409121"/>
            <a:ext cx="11269648" cy="6496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6531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990706-2547-D260-E681-E3D9B58B85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013" y="442464"/>
            <a:ext cx="11279174" cy="6430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9414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53D0F6-8356-1571-B015-04823769F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97" y="428174"/>
            <a:ext cx="11326806" cy="6458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4075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01AF18-CA2A-A505-DBD8-E318E74752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250" y="413885"/>
            <a:ext cx="11288700" cy="6487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3269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6C443B-F41F-BE24-C7A2-5E0B4DCB10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592" y="480569"/>
            <a:ext cx="11222016" cy="6354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0704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8E8016-EC3A-88A7-6DB4-DF11CDF9E5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723" y="461516"/>
            <a:ext cx="11307753" cy="6392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0916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1CD191-70AE-0B10-701C-3544C5332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644" y="480569"/>
            <a:ext cx="11183911" cy="6354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0215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7561F9-1F15-D859-8796-7084540F51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960" y="432937"/>
            <a:ext cx="11317279" cy="644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449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6C5ED9-A156-9305-98B9-F444E21219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829" y="471043"/>
            <a:ext cx="11231542" cy="6373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57090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Banded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ppt/theme/theme2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TM03090430[[fn=Banded]]</Template>
  <TotalTime>35</TotalTime>
  <Words>52</Words>
  <Application>Microsoft Office PowerPoint</Application>
  <PresentationFormat>Custom</PresentationFormat>
  <Paragraphs>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Aptos</vt:lpstr>
      <vt:lpstr>Arial</vt:lpstr>
      <vt:lpstr>Calibri</vt:lpstr>
      <vt:lpstr>Calibri Light</vt:lpstr>
      <vt:lpstr>Corbel</vt:lpstr>
      <vt:lpstr>Segoe UI</vt:lpstr>
      <vt:lpstr>Times New Roman</vt:lpstr>
      <vt:lpstr>Wingdings</vt:lpstr>
      <vt:lpstr>Banded</vt:lpstr>
      <vt:lpstr>Office 2013 - 2022 Theme</vt:lpstr>
      <vt:lpstr>TRUMP TARIFF ANALYSIS (2024-25)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jeevitha M</dc:creator>
  <cp:lastModifiedBy>jeevitha M</cp:lastModifiedBy>
  <cp:revision>3</cp:revision>
  <dcterms:created xsi:type="dcterms:W3CDTF">2026-03-03T13:21:02Z</dcterms:created>
  <dcterms:modified xsi:type="dcterms:W3CDTF">2026-03-27T05:38:34Z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2026-03-03T00:00:00Z</vt:filetime>
  </property>
  <property fmtid="{D5CDD505-2E9C-101B-9397-08002B2CF9AE}" pid="3" name="Creator">
    <vt:lpwstr>PDFium</vt:lpwstr>
  </property>
  <property fmtid="{D5CDD505-2E9C-101B-9397-08002B2CF9AE}" pid="4" name="Producer">
    <vt:lpwstr>PDFium</vt:lpwstr>
  </property>
  <property fmtid="{D5CDD505-2E9C-101B-9397-08002B2CF9AE}" pid="5" name="LastSaved">
    <vt:filetime>2026-03-03T00:00:00Z</vt:filetime>
  </property>
</Properties>
</file>